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1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Cloud-based Multi-Agent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Framework for Solo-Founders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Seed: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that work while you sleep. 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own everything.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has coding agents, desktop, cowork.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has memory, Codex, Sora.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assumes they'll consume every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never repeats, but it does rhyme.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thesis is that even with the AI tech revolution,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is yet to come.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Google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50164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15924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everything on the web. It didn't become Salesforce.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Facebook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0164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5924" y="2331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all of social commerce. It didn't become Shopify.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0164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5924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every cloud application. It didn't become Datadog.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LLMs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0164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5924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like they'll own every layer. But code was the easy case. Work context is the hard 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of the AI platform shift is yet to come, and we're taking the bold bet that it will be Agent-native, and the work economy will shift from human → agents</a:t>
            </a:r>
            <a:endParaRPr lang="en-US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proved the appetite is real.</a:t>
            </a:r>
            <a:endParaRPr lang="en-US" sz="2400" dirty="0"/>
          </a:p>
        </p:txBody>
      </p:sp>
      <p:pic>
        <p:nvPicPr>
          <p:cNvPr id="4" name="Image 0" descr="/sessions/focused-upbeat-hopper/assets/opencla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5" y="580292"/>
            <a:ext cx="668215" cy="668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17,830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24 hours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single-day growth in GitHub history.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95% of people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use it.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0" y="237704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technical barrier, privacy, hardware setup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VPS provisioning (only 5% can do this)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security leaks detected (GitGuardian)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isolation or recurring workflows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3474720" cy="1097280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/>
          <p:cNvSpPr/>
          <p:nvPr/>
        </p:nvSpPr>
        <p:spPr>
          <a:xfrm>
            <a:off x="822960" y="3474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ClawdBot user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yarnnn's Agent Framework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Framework. Just setup and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 you're working on. System extracts work scopes. No configuration.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auto-created with Agent scaffolding, context loading, work boundary creations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 matures. Cross-phase handoffs refine. Output quality compounds.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 and Orchestration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coordinated, autonomous team execution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purpose-built layer compounds — creating recursive feedback between agent output and delivery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provenance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+ 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workspaces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types, PM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pulse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can't be bolted on: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Players, LLM Providers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value chain from description to compounding.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session isolated. No team coordination.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Startups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execute but can't accumulate.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Phases 5-7 (compounding).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starts fresh.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in one platform. Can't compose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agent teams.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recursive perception.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8 Agent Types. Each one hired for a job.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Deterministic (close-to) agent configurations, with individual memory, self-assessment, and collaboration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Briefer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Recurring digests from platform activity. Your daily pulse on what happened.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Watches for changes and patterns. Alerts on what matters, ignores what doesn't.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dives with web search. Finds context beyond your connected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humans miss across platforms.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Drafter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Produces first drafts from briefs. Turns PM instructions into starting 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Polished final output. Blog posts, reports, memos that ship as-is.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Roadmaps, strategies, structured plans. Turns goals into actionable sequences.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Tracks competitors and market signals. Watches the outside while you work inside.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P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roject Manager Agent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Coordinates contributor phases, quality-gates assembly, steers the team. 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From Context to Autonomous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356303" cy="14630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9190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Connect platforms.
Slack + Notion sync.
Content accumulates.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1097280"/>
            <a:ext cx="1356303" cy="1463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1992" y="1188720"/>
            <a:ext cx="119190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
work structure.
Extracts scopes.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8184" y="1097280"/>
            <a:ext cx="1356303" cy="1463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9624" y="1188720"/>
            <a:ext cx="119190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Auto-scaffolded per
work scope. Charter
files define 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85816" y="1097280"/>
            <a:ext cx="1356303" cy="1463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256" y="1188720"/>
            <a:ext cx="1191903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Agent
Scaffolding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6" y="1691640"/>
            <a:ext cx="1191903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PM + typed contributors
assigned per project.
Capabilities from registry.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3448" y="1097280"/>
            <a:ext cx="1356303" cy="14630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04888" y="1188720"/>
            <a:ext cx="1191903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691640"/>
            <a:ext cx="1191903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PM dispatches phases.
Agents produce output.
Quality compounds.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49168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632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our architecture unique: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747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Filesystem IS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4904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solidFill>
                  <a:srgbClr val="666666"/>
                </a:solidFill>
                <a:latin typeface="Arial"/>
              </a:rPr>
              <a:t>Charter files (</a:t>
            </a:r>
            <a:r>
              <a:rPr sz="1000" b="0" i="0" dirty="0" err="1">
                <a:solidFill>
                  <a:srgbClr val="666666"/>
                </a:solidFill>
                <a:latin typeface="Arial"/>
              </a:rPr>
              <a:t>PROJECT.md</a:t>
            </a:r>
            <a:r>
              <a:rPr sz="1000" b="0" i="0" dirty="0">
                <a:solidFill>
                  <a:srgbClr val="666666"/>
                </a:solidFill>
                <a:latin typeface="Arial"/>
              </a:rPr>
              <a:t>, </a:t>
            </a:r>
            <a:r>
              <a:rPr sz="1000" b="0" i="0" dirty="0" err="1">
                <a:solidFill>
                  <a:srgbClr val="666666"/>
                </a:solidFill>
                <a:latin typeface="Arial"/>
              </a:rPr>
              <a:t>TEAM.md</a:t>
            </a:r>
            <a:r>
              <a:rPr sz="1000" b="0" i="0" dirty="0">
                <a:solidFill>
                  <a:srgbClr val="666666"/>
                </a:solidFill>
                <a:latin typeface="Arial"/>
              </a:rPr>
              <a:t>, </a:t>
            </a:r>
            <a:r>
              <a:rPr sz="1000" b="0" i="0" dirty="0" err="1">
                <a:solidFill>
                  <a:srgbClr val="666666"/>
                </a:solidFill>
                <a:latin typeface="Arial"/>
              </a:rPr>
              <a:t>PROCESS.md</a:t>
            </a:r>
            <a:r>
              <a:rPr sz="1000" b="0" i="0" dirty="0">
                <a:solidFill>
                  <a:srgbClr val="666666"/>
                </a:solidFill>
                <a:latin typeface="Arial"/>
              </a:rPr>
              <a:t>) define execution deterministically. No hidden state. Agents read the same files humans can edit.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4747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PM-coordinated phases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74904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Contributors don't run independently. PM dispatches in sequence with cross-phase context injection. Each phase's output becomes next phase's input.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47472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Knowledge compounds, not resets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74904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Every sync deepens the knowledge base. Every edit trains preferences. 90 days of accumulated context can't be replicated by starting 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Intelligence Compounds. Switching Costs Follow.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run makes the next one better. Every edit teaches the team. Every sync deepens knowledge.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iteration cycle deepens cross-platform understanding. Agent teams don't start from zero.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 learns which phases work, which handoffs succeed. Team intelligence compounds independently of individual agent improvement.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 days of accumulated team intelligence — agent memory, PM patterns, learned preferences — can't be replicated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chatbot. Not another agent framework.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platform where coordinated agent teams accumulate cross-platform work knowledge for autonomous output.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68405"/>
              </p:ext>
            </p:extLst>
          </p:nvPr>
        </p:nvGraphicFramePr>
        <p:xfrm>
          <a:off x="457200" y="1645920"/>
          <a:ext cx="4937760" cy="2712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Big-Players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Startups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Coordinated agent teams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knowledge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sync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Improves with tenure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team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040881" y="15316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p:txBody>
      </p:sp>
      <p:sp>
        <p:nvSpPr>
          <p:cNvPr id="9" name="Text 6"/>
          <p:cNvSpPr/>
          <p:nvPr/>
        </p:nvSpPr>
        <p:spPr>
          <a:xfrm>
            <a:off x="8046720" y="3114941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p:txBody>
      </p:sp>
      <p:sp>
        <p:nvSpPr>
          <p:cNvPr id="10" name="Text 7"/>
          <p:cNvSpPr/>
          <p:nvPr/>
        </p:nvSpPr>
        <p:spPr>
          <a:xfrm>
            <a:off x="7589520" y="1838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1" y="253703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78411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p:txBody>
      </p:sp>
      <p:sp>
        <p:nvSpPr>
          <p:cNvPr id="5" name="Text 10"/>
          <p:cNvSpPr/>
          <p:nvPr/>
        </p:nvSpPr>
        <p:spPr>
          <a:xfrm>
            <a:off x="6217921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04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288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672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672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tiers. Team intelligence is the lever.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projects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agents (excl. PMs)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work units/month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orchestrator messages/mo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Slack / 10 Notion sources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sync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34290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projects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agents (excl. PMs)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work units/month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orchestrator messages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sources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sync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2651760" cy="30175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0664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Everything in Pro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Team workspaces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Priority support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Custom integrations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Agent-to-agent protocol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Target 70%+ gross margin at scale. ~$0.50/month per project. Tier 1 pulse resolves ~80% of decisions at zero LLM cost.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plan: 2 months free (17% off). Pro $190/yr.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 Teams (shipped) → Cross-Platform Intelligence → Agent Protocol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project scaffolding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phase dispatch + quality gating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 types (three-registry)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substrate: edit distillation + self-reflection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Architecture Decision Records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multi-agent assembled deliverables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Composer-driven assembly from contributions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platform coverage: 365, Google Drive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HTML-native compose as output pipeline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35508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interop. External agents consume yarnnn context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508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coordination across systems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ClawdBot: 17,830 stars / 24hrs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context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layer still pre-mature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Agent-native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2918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LLM readiness moving towards Agents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Thesis is the work economy will shift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Coordinated teams, not solo agents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Cross-platform, LLM agnostic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136 ADRs = architectural rigor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 team architecture with PM phase dispatch, documented across 136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projects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"I've set up 3 projects for your client work"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dispatches first contributor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coordination matures, phases sequence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Cross-phase handoffs visible in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noticeably tailored to preferences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Composer identifies cross-project opportunities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understands work deeply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PM-Coordinated Phase Dispatch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owns the heartbeat. Contributors dispatched in sequence. Cross-phase context injection: researcher's findings → analyst's input. Quality-gated assembly. Not co-located agents — a coordinated team with a manager.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unified feedback rails: user edits distilled to persistent preferences, agent self-reflection after every run, PM reads contributor trajectories. "Improves with tenure" is structural, not aspirational.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charter files (PROJECT.md + TEAM.md + PROCESS.md) define execution deterministically. Cadence enforcement prevents runaway loops. ~$0.50/month per project at steady state. Predictable cost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 coordination can't work without the feedback substrate. The feedback substrate can't work without the workspace filesystem. The workspace filesystem can't work without the perception pipeline populating it. A team starting today would need to discover these interdependencies through the same 136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2143</Words>
  <Application>Microsoft Macintosh PowerPoint</Application>
  <PresentationFormat>On-screen Show (16:9)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6</cp:revision>
  <dcterms:created xsi:type="dcterms:W3CDTF">2026-03-24T05:11:00Z</dcterms:created>
  <dcterms:modified xsi:type="dcterms:W3CDTF">2026-03-24T09:21:17Z</dcterms:modified>
</cp:coreProperties>
</file>