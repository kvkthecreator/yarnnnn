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6" r:id="rId27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7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110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846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553" y="523620"/>
            <a:ext cx="650335" cy="6503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43824"/>
            <a:ext cx="7315200" cy="79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Cloud-based Multi-Agent </a:t>
            </a:r>
          </a:p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Framework for Solo-Founders</a:t>
            </a:r>
            <a:endParaRPr lang="en-US" sz="2200" b="1" dirty="0"/>
          </a:p>
        </p:txBody>
      </p:sp>
      <p:sp>
        <p:nvSpPr>
          <p:cNvPr id="6" name="Text 3"/>
          <p:cNvSpPr/>
          <p:nvPr/>
        </p:nvSpPr>
        <p:spPr>
          <a:xfrm>
            <a:off x="914400" y="2905799"/>
            <a:ext cx="7315200" cy="912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 Seed: 2026</a:t>
            </a:r>
          </a:p>
          <a:p>
            <a:pPr marL="0" indent="0" algn="ctr">
              <a:buNone/>
            </a:pPr>
            <a:endParaRPr lang="en-US" sz="1400" dirty="0">
              <a:solidFill>
                <a:srgbClr val="99999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that work while you sleep. </a:t>
            </a:r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CEA9B0D2-D303-4136-3B31-F93B82EBB271}"/>
              </a:ext>
            </a:extLst>
          </p:cNvPr>
          <p:cNvSpPr/>
          <p:nvPr/>
        </p:nvSpPr>
        <p:spPr>
          <a:xfrm>
            <a:off x="411480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 Kevin Kim  ·  seulkim88@gmail.com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175332A-BC05-D4D4-5035-BE45A960C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769" y="1344571"/>
            <a:ext cx="1322462" cy="4275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like the big players will own everything.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has coding agents, desktop, cowork.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has memory, Codex, Sora.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assumes they'll consume every layer.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371600" cy="0"/>
          </a:xfrm>
          <a:prstGeom prst="line">
            <a:avLst/>
          </a:prstGeom>
          <a:noFill/>
          <a:ln w="381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every platform cycle looks that way — until it doesn't.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474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didn't become Salesforce.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didn't become Shopify.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didn't become Datadog.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Bet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never repeats, but it does rhyme.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thesis is that even with the AI tech revolution,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layer is yet to come.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2008: Google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50164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15924" y="18288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Looked like it would own everything on the web. It didn't become Salesforce.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267712"/>
            <a:ext cx="78638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Facebook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50164" y="2331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15924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Looked like it would own all of social commerce. It didn't become Shopify.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70632"/>
            <a:ext cx="78638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AWS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50164" y="2834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15924" y="28346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Looked like it would own every cloud application. It didn't become Datadog.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273552"/>
            <a:ext cx="78638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LLMs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50164" y="3337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15924" y="33375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like they'll own every layer. But code was the easy case. Work context is the hard 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solidFill>
            <a:srgbClr val="FDF0E4"/>
          </a:solidFill>
          <a:ln/>
        </p:spPr>
        <p:txBody>
          <a:bodyPr/>
          <a:lstStyle/>
          <a:p>
            <a:endParaRPr lang="en-KR" sz="1400"/>
          </a:p>
        </p:txBody>
      </p:sp>
      <p:sp>
        <p:nvSpPr>
          <p:cNvPr id="20" name="Text 18"/>
          <p:cNvSpPr/>
          <p:nvPr/>
        </p:nvSpPr>
        <p:spPr>
          <a:xfrm>
            <a:off x="82296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layer of the AI platform shift is yet to come, and we're taking the bold bet that it will be Agent-native, and the work economy will shift from human → agents</a:t>
            </a:r>
            <a:endParaRPr lang="en-US" sz="12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Demand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 proved the appetite is real.</a:t>
            </a:r>
            <a:endParaRPr lang="en-US" sz="2400" dirty="0"/>
          </a:p>
        </p:txBody>
      </p:sp>
      <p:pic>
        <p:nvPicPr>
          <p:cNvPr id="4" name="Image 0" descr="/sessions/focused-upbeat-hopper/assets/opencla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5705" y="580292"/>
            <a:ext cx="668215" cy="6682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630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17,830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64008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stars in 24 hours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2697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single-day growth in GitHub history.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0" y="1508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95% of people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use it.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0" y="2377049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technical barrier, privacy, hardware setup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VPS provisioning (only 5% can do this)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3776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security leaks detected (GitGuardian)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93776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isolation or recurring workflows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3383280"/>
            <a:ext cx="3474720" cy="1097280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4"/>
          <p:cNvSpPr/>
          <p:nvPr/>
        </p:nvSpPr>
        <p:spPr>
          <a:xfrm>
            <a:off x="822960" y="34747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first time I've felt like I'm living in the future since ChatGPT launched."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ClawdBot user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9202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/ Moat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Meet yarnnn's Agent Framework</a:t>
            </a:r>
            <a:endParaRPr lang="en-US" sz="1200" b="1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Framework. Just setup and work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T+0s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940" y="3745049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Dump, Connect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what you're working on. System extracts work scopes. No configuration.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14600" y="3589020"/>
            <a:ext cx="0" cy="100584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60604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T+30s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811779" y="3745049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Setup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0604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auto-created with Agent scaffolding, context loading, work boundary creations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3589020"/>
            <a:ext cx="0" cy="100584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75488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52060" y="3743485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sync deepens knowledge. Every edit refines quality. Teams coordinate.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12280" y="3589020"/>
            <a:ext cx="0" cy="100584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690372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0" y="37522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0372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coordination matures. Cross-phase handoffs refine. Output quality compounds.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82499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0292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1" name="Image 0" descr="/sessions/focused-upbeat-hopper/mnt/yarnnn/docs/working_docs/assets/page_TP(chat)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97480" y="1618083"/>
            <a:ext cx="1828800" cy="1583142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265176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3" name="Image 1" descr="/sessions/focused-upbeat-hopper/mnt/yarnnn/docs/working_docs/assets/page_system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8640" y="1618083"/>
            <a:ext cx="1828800" cy="1583142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80060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5" name="Image 2" descr="/sessions/focused-upbeat-hopper/mnt/yarnnn/docs/working_docs/assets/page_deliverable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46320" y="1554090"/>
            <a:ext cx="1828800" cy="158314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94944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7" name="Image 3" descr="/sessions/focused-upbeat-hopper/mnt/yarnnn/docs/working_docs/assets/page_context(slack)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95160" y="1554090"/>
            <a:ext cx="1828800" cy="15831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Architecture and Orchestration</a:t>
            </a:r>
            <a:endParaRPr lang="en-US" sz="1200" b="1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coordinated, autonomous team execution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purpose-built layer compounds — creating recursive feedback between agent output and delivery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68267" y="1828693"/>
            <a:ext cx="1280160" cy="1051132"/>
          </a:xfrm>
          <a:prstGeom prst="rect">
            <a:avLst/>
          </a:prstGeom>
          <a:solidFill>
            <a:srgbClr val="E8873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68267" y="1874413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267" y="2377333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63578" y="1828693"/>
            <a:ext cx="1280160" cy="1051132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2263578" y="1874413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63578" y="2377333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+ provenance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58889" y="1828800"/>
            <a:ext cx="1280160" cy="1051132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3758889" y="1874520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Filesystem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58889" y="2377440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+ memory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workspaces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54200" y="1828693"/>
            <a:ext cx="1280160" cy="1051132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5254200" y="1874413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54200" y="2377333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types, PM dispatch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pulse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49511" y="1805940"/>
            <a:ext cx="1280160" cy="1051132"/>
          </a:xfrm>
          <a:prstGeom prst="rect">
            <a:avLst/>
          </a:prstGeom>
          <a:solidFill>
            <a:srgbClr val="E8873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6749511" y="1851660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9511" y="2354580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compose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· PPTX · XLSX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33604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can't be bolted on: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36804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Players, LLM Providers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39547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value chain from description to compounding.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session isolated. No team coordination.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83280" y="36804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Startups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39547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execute but can't accumulate.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Phases 5-7 (compounding).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run starts fresh.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36804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39547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Trapped in one platform. Can't compose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agent teams.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recursive perception.</a:t>
            </a:r>
            <a:endParaRPr lang="en-US" sz="1000" dirty="0"/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6B762895-3766-7E59-F7D6-A2F33611841C}"/>
              </a:ext>
            </a:extLst>
          </p:cNvPr>
          <p:cNvCxnSpPr/>
          <p:nvPr/>
        </p:nvCxnSpPr>
        <p:spPr>
          <a:xfrm>
            <a:off x="502920" y="3139725"/>
            <a:ext cx="8138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Pick what you want delivered.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99999"/>
                </a:solidFill>
                <a:latin typeface="Arial"/>
              </a:rPr>
              <a:t>13 task types across 5 categories. Each one is a concrete deliverable with a pre-built multi-agent pipeline behind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1732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Pipeline (agents)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41732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Default cadence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1627632"/>
            <a:ext cx="8138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169164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691640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Competitive Intel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9164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6916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29384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Market Research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93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92938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Monthly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167128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Industry Signal Monitor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1671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Marketing →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1671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2423160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247802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2478024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Meeting Prep Brief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4780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CRM →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4780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On-demand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715768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Stakeholder 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7157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7157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Monthly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295351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Project Status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95351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Slack → CRM → Content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95351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3209544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326440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3264408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Slack Recap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26440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Slack Bot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326440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Daily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350215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Notion Sync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50215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Notion Bot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350215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3758184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38130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CONTENT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813048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Content Brief / Blog Draft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381304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381304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On-demand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405079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Launch Material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405079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Marketing → Content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0507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On-demand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306824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36168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TRACKING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4361688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GTM Tracker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436168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Marketing → Content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43616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02920" y="4617720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02920" y="4809744"/>
            <a:ext cx="8138160" cy="502920"/>
          </a:xfrm>
          <a:prstGeom prst="rect">
            <a:avLst/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87375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Users pick deliverables, not agents. Each task type has a pre-meditated pipeline — deterministic, predictable cost, no runtime orchestration overhead. Custom tasks use improvised TP orchestration.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From Context to Autonomous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99999"/>
                </a:solidFill>
                <a:latin typeface="Arial"/>
              </a:rPr>
              <a:t>Each phase feeds the next. The system compounds — competitors starting fresh can't catch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1508760" cy="141732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1325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E8D0"/>
                </a:solidFill>
                <a:latin typeface="Arial"/>
              </a:rPr>
              <a:t>Connect Slack + Notion.
Content syncs and
accumulates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7944" y="1783080"/>
            <a:ext cx="109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1947672" y="1280160"/>
            <a:ext cx="1508760" cy="14173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9112" y="137160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1828800"/>
            <a:ext cx="1325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  <a:latin typeface="Arial"/>
              </a:rPr>
              <a:t>System reads your work.
Extracts identity, brand,
scopes from docs + chat.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83080"/>
            <a:ext cx="109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75304" y="1280160"/>
            <a:ext cx="1508760" cy="14173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6744" y="137160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Task Type
Selection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1828800"/>
            <a:ext cx="1325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  <a:latin typeface="Arial"/>
              </a:rPr>
              <a:t>Pick deliverables from
the catalog. Each has a
pre-built pipeline.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8" y="1783080"/>
            <a:ext cx="109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02936" y="1280160"/>
            <a:ext cx="1508760" cy="14173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94376" y="137160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Pipeline
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6" y="1828800"/>
            <a:ext cx="1325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  <a:latin typeface="Arial"/>
              </a:rPr>
              <a:t>Multi-agent pipeline runs
mechanically. Each step
hands off to the next.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783080"/>
            <a:ext cx="109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0568" y="1280160"/>
            <a:ext cx="1508760" cy="141732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22008" y="137160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Autonomous
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828800"/>
            <a:ext cx="1325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E8D0"/>
                </a:solidFill>
                <a:latin typeface="Arial"/>
              </a:rPr>
              <a:t>Output compounds weekly.
Feedback refines agents.
Quality improves with use.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2880360"/>
            <a:ext cx="8138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3017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What makes our architecture unique: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38328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Pre-meditated pipelines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6576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Each task type carries a defined execution plan. Agents run in sequence with explicit handoffs. Deterministic cost (~$0.06–$0.16/run). No runtime AI orchestration needed.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38328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Filesystem IS the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6576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TASK.md + AGENT.md define everything. No hidden state. Agents read the same files humans can edit. Workspace accumulates — every run adds to the knowledge substrate.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38328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Knowledge compounds, not resets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36576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Every sync deepens context. Every edit trains preferences. 90 days of accumulated intelligence can't be replicated by starting over. Switching cost is structural.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Moat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Intelligence Compounds. Switching Costs Follow.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 makes the next one better. Every edit teaches the team. Every sync deepens knowledge.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moat mechanics: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0666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7866" y="2286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Accumulation: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iteration cycle deepens cross-platform understanding. Agent teams don't start from zero.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0666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7866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Coordination: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PM learns which phases work, which handoffs succeed. Team intelligence compounds independently of individual agent improvement.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0666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7866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Irreversibility: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90 days of accumulated team intelligence — agent memory, PM patterns, learned preferences — can't be replicated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066" y="2423160"/>
            <a:ext cx="1463040" cy="1463040"/>
          </a:xfrm>
          <a:prstGeom prst="ellipse">
            <a:avLst/>
          </a:prstGeom>
          <a:solidFill>
            <a:srgbClr val="E8943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217066" y="26060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1386" y="1874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1546" y="2971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99946" y="4069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8346" y="2971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</a:t>
            </a:r>
            <a:endParaRPr lang="en-US" sz="1100" dirty="0"/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5B16DD62-E25B-D49E-C852-B1BFA1C6DE7D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>
            <a:off x="7405786" y="2011680"/>
            <a:ext cx="914400" cy="96012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12BD9378-8CCC-6F5A-2B44-D8B54A898876}"/>
              </a:ext>
            </a:extLst>
          </p:cNvPr>
          <p:cNvCxnSpPr>
            <a:cxnSpLocks/>
            <a:stCxn id="15" idx="2"/>
            <a:endCxn id="16" idx="3"/>
          </p:cNvCxnSpPr>
          <p:nvPr/>
        </p:nvCxnSpPr>
        <p:spPr>
          <a:xfrm rot="5400000">
            <a:off x="7428646" y="3314700"/>
            <a:ext cx="960120" cy="82296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99156217-C786-CD09-58CD-2F6ED9430DEE}"/>
              </a:ext>
            </a:extLst>
          </p:cNvPr>
          <p:cNvCxnSpPr>
            <a:cxnSpLocks/>
            <a:stCxn id="17" idx="0"/>
            <a:endCxn id="14" idx="1"/>
          </p:cNvCxnSpPr>
          <p:nvPr/>
        </p:nvCxnSpPr>
        <p:spPr>
          <a:xfrm rot="5400000" flipH="1" flipV="1">
            <a:off x="5554126" y="2034540"/>
            <a:ext cx="960120" cy="91440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D2523D0D-0180-EBF8-BA4A-B506C0FE5CCA}"/>
              </a:ext>
            </a:extLst>
          </p:cNvPr>
          <p:cNvCxnSpPr>
            <a:cxnSpLocks/>
            <a:stCxn id="16" idx="1"/>
            <a:endCxn id="17" idx="2"/>
          </p:cNvCxnSpPr>
          <p:nvPr/>
        </p:nvCxnSpPr>
        <p:spPr>
          <a:xfrm rot="10800000">
            <a:off x="5576986" y="3246120"/>
            <a:ext cx="822960" cy="96012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9202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 •  Market  •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another chatbot. Not another agent framework.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platform where coordinated agent teams accumulate cross-platform work knowledge for autonomous output.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768405"/>
              </p:ext>
            </p:extLst>
          </p:nvPr>
        </p:nvGraphicFramePr>
        <p:xfrm>
          <a:off x="457200" y="1645920"/>
          <a:ext cx="4937760" cy="27127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yarnnn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Big-Players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ChatGPT</a:t>
                      </a:r>
                      <a:b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</a:b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/Claude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Startups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Mem.ai, Genspark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Notion, Slack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Coordinated agent teams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665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Cross-platform knowledge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665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Evolving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Cross-platform sync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665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Autonomous output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665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Scheduled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665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Improves with tenure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665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Accumulation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Evolving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 team coordination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665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✘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406641" y="1714500"/>
            <a:ext cx="0" cy="29260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4"/>
          <p:cNvSpPr/>
          <p:nvPr/>
        </p:nvSpPr>
        <p:spPr>
          <a:xfrm>
            <a:off x="5943600" y="3108960"/>
            <a:ext cx="27432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5"/>
          <p:cNvSpPr/>
          <p:nvPr/>
        </p:nvSpPr>
        <p:spPr>
          <a:xfrm>
            <a:off x="7040881" y="15316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endParaRPr lang="en-US" sz="900" i="1" dirty="0"/>
          </a:p>
        </p:txBody>
      </p:sp>
      <p:sp>
        <p:nvSpPr>
          <p:cNvPr id="9" name="Text 6"/>
          <p:cNvSpPr/>
          <p:nvPr/>
        </p:nvSpPr>
        <p:spPr>
          <a:xfrm>
            <a:off x="8046720" y="3114941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900" i="1" dirty="0"/>
          </a:p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Accumulation</a:t>
            </a:r>
            <a:endParaRPr lang="en-US" sz="900" i="1" dirty="0"/>
          </a:p>
        </p:txBody>
      </p:sp>
      <p:sp>
        <p:nvSpPr>
          <p:cNvPr id="10" name="Text 7"/>
          <p:cNvSpPr/>
          <p:nvPr/>
        </p:nvSpPr>
        <p:spPr>
          <a:xfrm>
            <a:off x="7589520" y="1838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217921" y="253703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578411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Cowork 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Genspark</a:t>
            </a:r>
            <a:endParaRPr lang="en-US" sz="900" dirty="0"/>
          </a:p>
        </p:txBody>
      </p:sp>
      <p:sp>
        <p:nvSpPr>
          <p:cNvPr id="5" name="Text 10"/>
          <p:cNvSpPr/>
          <p:nvPr/>
        </p:nvSpPr>
        <p:spPr>
          <a:xfrm>
            <a:off x="6217921" y="404579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589520" y="404579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with solo consultants. Expanding from there.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wedge: Solo consultants with recurring client obligations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651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$4.35B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tools market (31% CAGR)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651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429000" y="1691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$1.14B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2900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~5M solo consultants globally × $228/yr (Pro annual)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126480" y="1645920"/>
            <a:ext cx="2651760" cy="1188720"/>
          </a:xfrm>
          <a:prstGeom prst="rect">
            <a:avLst/>
          </a:prstGeom>
          <a:solidFill>
            <a:srgbClr val="E8943B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263640" y="1691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SOM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26364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 consultants in first 3 years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path: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63040" y="3520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consultants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66160" y="3520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reports, clear pain, willing to pay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9044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63040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&amp; executives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66160" y="39044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updates, board prep, strategic briefs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4288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63040" y="4288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&amp; ops leads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66160" y="4288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Standups, project reports, cross-team synthesis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6725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63040" y="4672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knowledge workers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66160" y="46725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professional with recurring work obligations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Pricing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Two tiers. Work credits are the lever.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2468880" cy="292608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Arial"/>
              </a:rPr>
              <a:t>$0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2 active tasks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20 work credits /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254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150 chat messages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181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5 Slack / 10 Notion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107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Daily sync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188720"/>
            <a:ext cx="2468880" cy="292608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6459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Arial"/>
              </a:rPr>
              <a:t>$19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82880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/mo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40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10 active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5328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500 work credits /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8254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Unlimited chat messages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1181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Unlimited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4107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Hourly sync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1188720"/>
            <a:ext cx="2468880" cy="292608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Enterprise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TBD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182880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E8D0"/>
                </a:solidFill>
                <a:latin typeface="Arial"/>
              </a:rPr>
              <a:t>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240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Everything in Pro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5328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Team workspaces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8254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Priority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1181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Custom integrations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107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Agent-to-agent protocol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29768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Arial"/>
              </a:rPr>
              <a:t>Credits: task run = 3 credits, render/export = 1 credit. Multi-step pipelines cost 3 credits per step.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72000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Arial"/>
              </a:rPr>
              <a:t>Unit economics: Target 70%+ gross margin at scale. Yearly plan: 2 months free (17% off). Pro $190/yr.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Coordinated Agent Teams (shipped) → Cross-Platform Intelligence → Agent Protocol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deepens the value chain. Shipped work compounds into the next layer of capability.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743200" cy="3383280"/>
          </a:xfrm>
          <a:prstGeom prst="rect">
            <a:avLst/>
          </a:prstGeom>
          <a:solidFill>
            <a:srgbClr val="FDF0E4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✓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Coordinated Agent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Work-first onboarding + project scaffolding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2834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phase dispatch + quality gating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3154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 types (three-registry)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2920" y="34747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gateway: HTML compose, PDF, PPTX, XLSX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2920" y="3794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substrate: edit distillation + self-reflection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2920" y="41148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filesystem + cross-agent collaboration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4434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Architecture Decision Records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08960" y="2560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91840" y="155448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7" name="Text 15"/>
          <p:cNvSpPr/>
          <p:nvPr/>
        </p:nvSpPr>
        <p:spPr>
          <a:xfrm>
            <a:off x="3429000" y="1645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6-12mo.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2900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Projects: multi-agent assembled deliverables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29000" y="2834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Composer-driven assembly from contributions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154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platform coverage: 365, Google Drive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29000" y="34747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HTML-native compose as output pipeline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35040" y="2560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5" name="Text 23"/>
          <p:cNvSpPr/>
          <p:nvPr/>
        </p:nvSpPr>
        <p:spPr>
          <a:xfrm>
            <a:off x="6355080" y="1645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+12mo.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Agent-to-Agent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5508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protocol interop. External agents consume yarnnn context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55080" y="2834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Agent-to-agent coordination across systems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5080" y="3154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play: own the work context graph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- 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 at $5M post-money valuation.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Tech Lead (memory/ML)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075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GTM Lead (creator community)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12 months runway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29184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ClawdBot: 17,830 stars / 24hrs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2075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No one owns the context layer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368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Architecture built, need team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37160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12648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Application layer still pre-mature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0" y="2075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True Agent-native architecture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0: Team-Building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429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ML engineer for memory extraction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21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Community builder for creator GTM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01421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Seed funds → team of 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301752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329184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on an agent-first future: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3429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LLM readiness moving towards Agents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91840" y="3721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Thesis is the work economy will shift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26480" y="301752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12648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3429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Coordinated teams, not solo agents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26480" y="3721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Cross-platform, LLM agnostic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401421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136 ADRs = architectural rigor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463040"/>
            <a:ext cx="1188720" cy="11887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 Kevin Kim  ·  seulkim88@gmail.com</a:t>
            </a: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3ADF6D-BC9A-C5D6-246F-F756DEDA7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3898" y="2651760"/>
            <a:ext cx="1322462" cy="42756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(Seul Ki) Kim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CEO, KVK Labs (yarnnn)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</a:t>
            </a:r>
            <a:r>
              <a:rPr lang="en-US" sz="1000" dirty="0" err="1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www.linkedin.com</a:t>
            </a:r>
            <a:r>
              <a:rPr lang="en-US" sz="1000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/in/kimseulki0727/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1828800" cy="0"/>
          </a:xfrm>
          <a:prstGeom prst="line">
            <a:avLst/>
          </a:prstGeom>
          <a:noFill/>
          <a:ln w="381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7" name="Text 5"/>
          <p:cNvSpPr/>
          <p:nvPr/>
        </p:nvSpPr>
        <p:spPr>
          <a:xfrm>
            <a:off x="640080" y="209200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B.S. Industrial and Systems Engineering, Virginia Tech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60407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 years designing CRM and GTM systems in FMCG.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86010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CMO, CPO positions in Korea based startups, Ran e-commerce fashion brand for 5 years,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3721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application for yarnnn, (Next.js + FastAPI + Supabase), two platform integrations,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6282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coordinated agent team architecture with PM phase dispatch, documented across 136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8842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Decision Records.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1402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US market; execute GTM and team-building as priority next step.</a:t>
            </a:r>
            <a:endParaRPr lang="en-US" sz="1000" dirty="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57FF407-4D8F-390F-55CA-087BD5988C05}"/>
              </a:ext>
            </a:extLst>
          </p:cNvPr>
          <p:cNvSpPr/>
          <p:nvPr/>
        </p:nvSpPr>
        <p:spPr>
          <a:xfrm>
            <a:off x="411480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 Kevin Kim  ·  seulkim88@gmail.com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Value Realization Chain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User Experiences: Describe to Compound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→ Scaffold → Connect → First Value → Accumulate → Coordinate → Compound ↻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911607"/>
              </p:ext>
            </p:extLst>
          </p:nvPr>
        </p:nvGraphicFramePr>
        <p:xfrm>
          <a:off x="457200" y="1554480"/>
          <a:ext cx="8229600" cy="288036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user sees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T+0s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describes work, projects scaffold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"I've set up 3 projects for your client work"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T+30s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Platforms connect, sources mapped to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Dashboard: "Slack connected — channels mapped"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T+90s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 dispatches first contributor runs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deliverables appear per project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pulse cycles, agents accumulate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Deliverables arrive, improving each run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 coordination matures, phases sequence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Cross-phase handoffs visible in output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 agents running, feedback refining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Agents noticeably tailored to preferences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Composer identifies cross-project opportunities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understands work deeply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Architecture Depth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Well-Funded Team Can't Shortcut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4129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6" name="Text 4"/>
          <p:cNvSpPr/>
          <p:nvPr/>
        </p:nvSpPr>
        <p:spPr>
          <a:xfrm>
            <a:off x="594360" y="121444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"Claude Code Online" — Output Gateway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50705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capabilities model as Claude Code (SKILL.md + local tools + filesystem), but persistent, autonomous, and cloud-native. Two-filesystem architecture: capability filesystem (skills on Docker) + content filesystem (workspace per agent). Adding a new output format = adding a skill folder.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14129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9" name="Text 7"/>
          <p:cNvSpPr/>
          <p:nvPr/>
        </p:nvSpPr>
        <p:spPr>
          <a:xfrm>
            <a:off x="4892040" y="121444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PM-Coordinated Phase Dispatch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150705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owns the heartbeat. Contributors dispatched in sequence. Cross-phase context injection: researcher's findings → analyst's input. Quality-gated assembly. Not co-located agents — a coordinated team with a manager.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55861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12" name="Text 10"/>
          <p:cNvSpPr/>
          <p:nvPr/>
        </p:nvSpPr>
        <p:spPr>
          <a:xfrm>
            <a:off x="594360" y="263176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Feedback-to-Intelligence Loop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92437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unified feedback rails: user edits distilled to persistent preferences, agent self-reflection after every run, PM reads contributor trajectories. "Improves with tenure" is structural, not aspirational.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255861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15" name="Text 13"/>
          <p:cNvSpPr/>
          <p:nvPr/>
        </p:nvSpPr>
        <p:spPr>
          <a:xfrm>
            <a:off x="4892040" y="263176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Charter-Driven Deterministic Execution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92437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charter files (PROJECT.md + TEAM.md + PROCESS.md) define execution deterministically. Cadence enforcement prevents runaway loops. ~$0.50/month per project at steady state. Predictable cost model.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4021650"/>
            <a:ext cx="8229600" cy="45720"/>
          </a:xfrm>
          <a:prstGeom prst="rect">
            <a:avLst/>
          </a:prstGeom>
          <a:solidFill>
            <a:srgbClr val="E8873B"/>
          </a:solidFill>
          <a:ln/>
        </p:spPr>
        <p:txBody>
          <a:bodyPr/>
          <a:lstStyle/>
          <a:p>
            <a:endParaRPr lang="en-KR" sz="1600"/>
          </a:p>
        </p:txBody>
      </p:sp>
      <p:sp>
        <p:nvSpPr>
          <p:cNvPr id="18" name="Text 16"/>
          <p:cNvSpPr/>
          <p:nvPr/>
        </p:nvSpPr>
        <p:spPr>
          <a:xfrm>
            <a:off x="457200" y="415881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compounds into defensibility: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34169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PM coordination can't work without the feedback substrate. The feedback substrate can't work without the workspace filesystem. The workspace filesystem can't work without the perception pipeline populating it. A team starting today would need to discover these interdependencies through the same 136 decisions — or build a simpler system that can't compound.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dirty="0">
                <a:solidFill>
                  <a:srgbClr val="E8873B"/>
                </a:solidFill>
                <a:latin typeface="Arial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77724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 dirty="0">
                <a:solidFill>
                  <a:srgbClr val="1A1A1A"/>
                </a:solidFill>
                <a:latin typeface="Arial"/>
              </a:rPr>
              <a:t>8 Agent Types. Each one hired for a job.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7772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200" b="0" i="0" dirty="0">
                <a:solidFill>
                  <a:srgbClr val="999999"/>
                </a:solidFill>
                <a:latin typeface="Arial"/>
              </a:rPr>
              <a:t>Deterministic (close-to) agent configurations, with individual memory, self-assessment, and collaboration</a:t>
            </a:r>
            <a:endParaRPr sz="1200" b="0" i="0" dirty="0">
              <a:solidFill>
                <a:srgbClr val="999999"/>
              </a:solidFill>
              <a:latin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1148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120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Briefer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Recurring digests from platform activity. Your daily pulse on what happened.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Watches for changes and patterns. Alerts on what matters, ignores what doesn't.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2744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Researcher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Deep dives with web search. Finds context beyond your connected platforms.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3056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Analyst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Cross-references sources. Surfaces patterns humans miss across platforms.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Drafter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Produces first drafts from briefs. Turns PM instructions into starting points.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460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2432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Writer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432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Polished final output. Blog posts, reports, memos that ship as-is.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2744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Planner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Roadmaps, strategies, structured plans. Turns goals into actionable sequences.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3056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Scout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Tracks competitors and market signals. Watches the outside while you work inside.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132316"/>
            <a:ext cx="8321040" cy="782584"/>
          </a:xfrm>
          <a:prstGeom prst="rect">
            <a:avLst/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205468"/>
            <a:ext cx="1097280" cy="600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E8873B"/>
                </a:solidFill>
                <a:latin typeface="Arial"/>
              </a:rPr>
              <a:t>P</a:t>
            </a:r>
            <a:r>
              <a:rPr lang="en-US" sz="1300" b="1" i="0" dirty="0">
                <a:solidFill>
                  <a:srgbClr val="E8873B"/>
                </a:solidFill>
                <a:latin typeface="Arial"/>
              </a:rPr>
              <a:t>roject Manager Agent</a:t>
            </a:r>
            <a:endParaRPr sz="1300" b="1" i="0" dirty="0">
              <a:solidFill>
                <a:srgbClr val="E8873B"/>
              </a:solidFill>
              <a:latin typeface="Arial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691640" y="4354331"/>
            <a:ext cx="685800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 dirty="0">
                <a:solidFill>
                  <a:srgbClr val="666666"/>
                </a:solidFill>
                <a:latin typeface="Arial"/>
              </a:rPr>
              <a:t>Coordinates contributor phases, quality-gates assembly, steers the team. </a:t>
            </a:r>
            <a:endParaRPr lang="en-US" sz="1100" b="0" i="0" dirty="0">
              <a:solidFill>
                <a:srgbClr val="666666"/>
              </a:solidFill>
              <a:latin typeface="Arial"/>
            </a:endParaRPr>
          </a:p>
          <a:p>
            <a:pPr algn="l"/>
            <a:r>
              <a:rPr sz="1100" b="0" i="0" dirty="0">
                <a:solidFill>
                  <a:srgbClr val="666666"/>
                </a:solidFill>
                <a:latin typeface="Arial"/>
              </a:rPr>
              <a:t>One per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2143</Words>
  <Application>Microsoft Macintosh PowerPoint</Application>
  <PresentationFormat>On-screen Show (16:9)</PresentationFormat>
  <Paragraphs>390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 Deck - yarnnn - March 2026 v3</dc:title>
  <dc:subject>PptxGenJS Presentation</dc:subject>
  <dc:creator>Kevin Kim</dc:creator>
  <cp:lastModifiedBy>SEULKI KIM</cp:lastModifiedBy>
  <cp:revision>6</cp:revision>
  <dcterms:created xsi:type="dcterms:W3CDTF">2026-03-24T05:11:00Z</dcterms:created>
  <dcterms:modified xsi:type="dcterms:W3CDTF">2026-03-24T09:21:17Z</dcterms:modified>
</cp:coreProperties>
</file>