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>
        <p:scale>
          <a:sx n="140" d="100"/>
          <a:sy n="140" d="100"/>
        </p:scale>
        <p:origin x="7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Cloud-based Multi-Agent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Framework for Solo-Founders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Seed: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work while you sleep.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438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Code, </a:t>
            </a:r>
            <a:r>
              <a:rPr lang="en-US" sz="14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they'll consume every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73542" y="1371600"/>
            <a:ext cx="3438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E306AC4B-FB36-A686-AFBE-E4252F0653F7}"/>
              </a:ext>
            </a:extLst>
          </p:cNvPr>
          <p:cNvSpPr/>
          <p:nvPr/>
        </p:nvSpPr>
        <p:spPr>
          <a:xfrm>
            <a:off x="640080" y="3566159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65A85C09-4587-F3ED-E6E7-DADE367FBAEC}"/>
              </a:ext>
            </a:extLst>
          </p:cNvPr>
          <p:cNvSpPr/>
          <p:nvPr/>
        </p:nvSpPr>
        <p:spPr>
          <a:xfrm>
            <a:off x="1976760" y="3657599"/>
            <a:ext cx="63442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coming, and we're taking the bold bet that the work economy will shift from human → Agent Native</a:t>
            </a:r>
            <a:endParaRPr 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640B5-D7E4-370A-48CD-93B487737152}"/>
              </a:ext>
            </a:extLst>
          </p:cNvPr>
          <p:cNvSpPr txBox="1"/>
          <p:nvPr/>
        </p:nvSpPr>
        <p:spPr>
          <a:xfrm>
            <a:off x="640080" y="3651348"/>
            <a:ext cx="1210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yarnnn’s bet</a:t>
            </a:r>
            <a:endParaRPr lang="en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proved the appetite is real.</a:t>
            </a:r>
            <a:endParaRPr lang="en-US" sz="2400" dirty="0"/>
          </a:p>
        </p:txBody>
      </p:sp>
      <p:pic>
        <p:nvPicPr>
          <p:cNvPr id="4" name="Image 0" descr="/sessions/focused-upbeat-hopper/assets/opencla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5" y="580292"/>
            <a:ext cx="668215" cy="668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37704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100" i="1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it.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0" y="23770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technical barrier, privacy, hardware setup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Open source for local hardware setup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single-agent; powerful but no guidance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regards for token efficiency, governance, limited context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3474720" cy="109728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822960" y="3474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yarnnn's Agent Framework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Framework. Just setup and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you're working on. System extracts work scopes. No configuration.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auto-created with Agent scaffolding, context loading, work boundary creations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Orchestration Framework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coordinated, autonomous team execution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purpose-built layer compounds — creating recursive feedback between agent output and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can't be bolted 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Players, LLM Providers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value chain from description to compounding.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isolated. No team coordination.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execute but can't accumulate.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Phases 5-7 (compounding).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starts fresh.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one platform. Can't compose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agent teams.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recursive perception.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  <a:r>
              <a:rPr lang="en-US" sz="1200" b="1" i="0" dirty="0">
                <a:solidFill>
                  <a:srgbClr val="E8873B"/>
                </a:solidFill>
                <a:latin typeface="Arial"/>
              </a:rPr>
              <a:t> | Agent Types</a:t>
            </a:r>
            <a:endParaRPr sz="12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8 Agent Types. Each one hired for a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Deterministic (close-to) agent configurations, with individual memory, self-assessment, and collaboration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Coordinates contributor phases, quality-gates assembly, steers the team. 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  <a:r>
              <a:rPr lang="en-US" sz="1200" b="1" i="0" dirty="0">
                <a:solidFill>
                  <a:srgbClr val="E8873B"/>
                </a:solidFill>
                <a:latin typeface="Arial"/>
              </a:rPr>
              <a:t> | User and Data Workflow</a:t>
            </a:r>
            <a:endParaRPr sz="12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From Context to Autonomous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356303" cy="14630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platforms.
Slack + Notion sync.
Content accumulates.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1992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
work structure.
Extracts scopes.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9624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Auto-scaffolded per
work scope. Charter
files define 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85816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256" y="1188720"/>
            <a:ext cx="119190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Agent
Scaffolding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1691640"/>
            <a:ext cx="1191903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PM + typed contributors
assigned per project.
Capabilities from registry.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3448" y="1097280"/>
            <a:ext cx="1356303" cy="14630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4888" y="1188720"/>
            <a:ext cx="119190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PM dispatches phases.
Agents produce output.
Quality compounds.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49168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632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our architecture unique: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Filesystem IS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666666"/>
                </a:solidFill>
                <a:latin typeface="Arial"/>
              </a:rPr>
              <a:t>Charter files (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PROJECT.md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TEAM.md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PROCESS.md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) define execution deterministically. No hidden state. Agents read the same files humans can edit.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PM-coordinated phases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Contributors don't run independently. PM dispatches in sequence with cross-phase context injection. Each phase's output becomes next phase's input.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Knowledge compounds, not resets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sync deepens the knowledge base. Every edit trains preferences. 90 days of accumulated context can't be replicated by starting 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Intelligence Compounds.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 makes the next one better. Every edit teaches the team. Every sync deepens knowledge.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iteration cycle deepens cross-platform understanding. Agent teams don't start from zero.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learns which phases work, which handoffs succeed. Team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days of accumulated team intelligence — agent memory, PM patterns, learned preferences — can't be replicated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platform where coordinated agent teams accumulate cross-platform work knowledge for autonomous output.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68405"/>
              </p:ext>
            </p:extLst>
          </p:nvPr>
        </p:nvGraphicFramePr>
        <p:xfrm>
          <a:off x="457200" y="1645920"/>
          <a:ext cx="4937760" cy="2712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Big-Players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Startups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agent teams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knowledge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Improves with tenure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team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040881" y="15316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p:txBody>
      </p:sp>
      <p:sp>
        <p:nvSpPr>
          <p:cNvPr id="9" name="Text 6"/>
          <p:cNvSpPr/>
          <p:nvPr/>
        </p:nvSpPr>
        <p:spPr>
          <a:xfrm>
            <a:off x="8046720" y="3114941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p:txBody>
      </p:sp>
      <p:sp>
        <p:nvSpPr>
          <p:cNvPr id="10" name="Text 7"/>
          <p:cNvSpPr/>
          <p:nvPr/>
        </p:nvSpPr>
        <p:spPr>
          <a:xfrm>
            <a:off x="7589520" y="1838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1" y="25370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78411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p:txBody>
      </p:sp>
      <p:sp>
        <p:nvSpPr>
          <p:cNvPr id="5" name="Text 10"/>
          <p:cNvSpPr/>
          <p:nvPr/>
        </p:nvSpPr>
        <p:spPr>
          <a:xfrm>
            <a:off x="6217921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tiers. Team intelligence is the lever.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projects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agents (excl. PMs)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work units/month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orchestrator messages/mo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Slack / 10 Notion 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sync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projects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agents (excl. PMs)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work units/month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orchestrator messages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sources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651760" cy="30175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Everything in Pro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Team workspaces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Priority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Custom integrations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Agent-to-agent protocol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~$0.50/month per project. Tier 1 pulse resolves ~80% of decisions at zero LLM cost.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plan: 2 months free (17% off). Pro $190/yr.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Teams (shipped) → Cross-Platform Intelligence → Agent Protocol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Architecture Decision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still pre-mature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Coordinated teams, not solo agents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136 ADRs = architectural rigor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 architecture with PM phase dispatch, documented across 136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projects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dispatches first contributor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coordination matures, phases sequence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Cross-phase handoffs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Composer identifies cross-project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PM-Coordinated Phase Dispatch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owns the heartbeat. Contributors dispatched in sequence. Cross-phase context injection: researcher's findings → analyst's input. Quality-gated assembly. Not co-located agents — a coordinated team with a manager.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"Improves with tenure"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charter files (PROJECT.md + TEAM.md + PROCESS.md) define execution deterministically. Cadence enforcement prevents runaway loops. ~$0.50/month per project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136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2029</Words>
  <Application>Microsoft Macintosh PowerPoint</Application>
  <PresentationFormat>On-screen Show (16:9)</PresentationFormat>
  <Paragraphs>374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9</cp:revision>
  <dcterms:created xsi:type="dcterms:W3CDTF">2026-03-24T05:11:00Z</dcterms:created>
  <dcterms:modified xsi:type="dcterms:W3CDTF">2026-03-24T12:33:30Z</dcterms:modified>
</cp:coreProperties>
</file>